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presenter, annoncer le titre et la question. Client : Oxand. Remplacer Prénom NOM +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QUI est le client : Oxand, gestion du bati, outil Simeo (economies d'energie apres renovation).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manque : Simeo ne couvre pas la production locale (solaire). Le besoin = evaluer l'interet du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le besoin en objectif precis : production + rentabilite par departement. Rappeler le perimetre. Ce n'est pas construire Simeo, mais defricher.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Raconter la demarche en 4 temps. Mentionner la reproductibilite.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credibilite : reel (PVGIS, carte) / hypothese (couts, tarifs) / calcule (rentabilite).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Traduire chaque indicateur en une phrase simple. Donner l'ordre de grandeur si on te le demande (LCOE ~8c, payback 6-8 ans, TRI ~14%, VAN +130k).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 4 cartes issues du notebook. Toutes montrent le meme gradient Nord-Sud. Scenario : autoconsommation, installation 100 kWc.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DEMO en direct : bouger un scenario, montrer la carte. Coller l'URL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 recapitulatif : de la question aux conclusions, avec les donnees, le calcul et les indicateurs. Sert de fil rouge / recap a la fin de la partie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cle. 3 conclusions appuyees sur mes chiffres reels. Ralentir.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A PERSONNALISER avec ton vecu reel et des exemples concrets.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sur le message cle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Cliente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Prénom NOM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cliente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4008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Oxand accompagne la gestion du patrimoine bâti : anticiper les coûts, prolonger la durée de vie des ouvrages, guider les décisions de rénovation.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222B36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Son logiciel </a:t>
            </a:r>
            <a:r>
              <a:rPr sz="1600" b="1">
                <a:solidFill>
                  <a:srgbClr val="0E7C7B"/>
                </a:solidFill>
                <a:latin typeface="Calibri"/>
              </a:rPr>
              <a:t>Simeo</a:t>
            </a:r>
            <a:r>
              <a:rPr sz="1600" b="0">
                <a:solidFill>
                  <a:srgbClr val="222B36"/>
                </a:solidFill>
                <a:latin typeface="Calibri"/>
              </a:rPr>
              <a:t> simule les gains énergétiques d'un bâtiment : de combien telle rénovation fait-elle baisser la consommation et la facture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Aujourd'hui, Simeo sait chiffrer comment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ventilation…). Mais pas encore comment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— alors que le solaire devient un levier incontournable de la rénovation.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Traduire ce besoin en un objectif concret : </a:t>
            </a:r>
            <a:r>
              <a:rPr sz="1600" b="1">
                <a:solidFill>
                  <a:srgbClr val="0E7C7B"/>
                </a:solidFill>
                <a:latin typeface="Calibri"/>
              </a:rPr>
              <a:t>estimer la production et la rentabilité</a:t>
            </a:r>
            <a:r>
              <a:rPr sz="1600" b="0">
                <a:solidFill>
                  <a:srgbClr val="222B36"/>
                </a:solidFill>
                <a:latin typeface="Calibri"/>
              </a:rPr>
              <a:t> du solaire en toiture tertiaire, </a:t>
            </a:r>
            <a:r>
              <a:rPr sz="1600" b="1">
                <a:solidFill>
                  <a:srgbClr val="0E7C7B"/>
                </a:solidFill>
                <a:latin typeface="Calibri"/>
              </a:rPr>
              <a:t>département par département</a:t>
            </a:r>
            <a:r>
              <a:rPr sz="1600" b="0">
                <a:solidFill>
                  <a:srgbClr val="222B36"/>
                </a:solidFill>
                <a:latin typeface="Calibri"/>
              </a:rPr>
              <a:t> — pour donner à Oxand des ordres de grandeur, des sources fiables et une cartographie de la rentabilité.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Mesurer le soleil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6"/>
                </a:solidFill>
                <a:latin typeface="Calibri"/>
              </a:rPr>
              <a:t>Chaîne testée et reproductible : les résultats peuvent être recalculés à l'identique.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 soleil (production 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Le soleil est une donnée réelle sur les 96 départements ; ce qui est supposé est étiqueté comme tel.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Démonstration : l'outil interactif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800" b="0">
                <a:solidFill>
                  <a:srgbClr val="222B36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691640"/>
            <a:ext cx="3931920" cy="320040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Cambria"/>
              </a:rPr>
              <a:t>À montrer en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56032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Application web, sur ordinateur et mobile.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ADCFC"/>
                </a:solidFill>
                <a:latin typeface="Calibri"/>
              </a:rPr>
              <a:t>Lien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0233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00"/>
                </a:solidFill>
                <a:latin typeface="Calibri"/>
              </a:rPr>
              <a:t>[ coller l'URL du dashboard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Astuce : insérer aussi une capture d'écran, en complément de la démo.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démarche, en un schéma</a:t>
            </a:r>
          </a:p>
        </p:txBody>
      </p:sp>
      <p:pic>
        <p:nvPicPr>
          <p:cNvPr id="3" name="Picture 2" descr="schema-comp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881" y="1234440"/>
            <a:ext cx="850593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Temps de retour court, TRI ~14 % — produire coûte 2 à 3× moins cher qu'acheter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Ce que ce workshop m'a apporté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7486"/>
                </a:solidFill>
                <a:latin typeface="Calibri"/>
              </a:rPr>
              <a:t>À compléter avec ton vécu — amorces ci-dessous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mbria"/>
              </a:rPr>
              <a:t>Sur le plan professionnel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j'ai appris sur la donnée et l'analyse…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la relation client m'a apporté…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La compétence dont je suis la plus fière…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148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mbria"/>
              </a:rPr>
              <a:t>Sur le plan personnel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97480"/>
            <a:ext cx="48463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La difficulté que j'ai dû surmonter…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je referais différemment…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—  Ce que ça m'a confirmé sur mon projet pro…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Prénom NOM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